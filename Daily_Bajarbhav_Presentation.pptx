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Bajarbhav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Farmer Market Price System</a:t>
            </a:r>
          </a:p>
          <a:p>
            <a:r>
              <a:t>By Jayesh Alaspure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Farmers lack real-time market prices</a:t>
            </a:r>
          </a:p>
          <a:p>
            <a:r>
              <a:t>Dependence on middlemen</a:t>
            </a:r>
          </a:p>
          <a:p>
            <a:r>
              <a:t>Low profit due to poor information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mandi price website</a:t>
            </a:r>
          </a:p>
          <a:p>
            <a:r>
              <a:t>Covers all Maharashtra districts</a:t>
            </a:r>
          </a:p>
          <a:p>
            <a:r>
              <a:t>Easy and accessible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price updates</a:t>
            </a:r>
          </a:p>
          <a:p>
            <a:r>
              <a:t>District &amp; crop filter</a:t>
            </a:r>
          </a:p>
          <a:p>
            <a:r>
              <a:t>Mobile-friendly UI</a:t>
            </a:r>
          </a:p>
          <a:p>
            <a:r>
              <a:t>Government data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JavaScript</a:t>
            </a:r>
          </a:p>
          <a:p>
            <a:r>
              <a:t>Backend: Python Flask</a:t>
            </a:r>
          </a:p>
          <a:p>
            <a:r>
              <a:t>API: Data.gov.in</a:t>
            </a:r>
          </a:p>
          <a:p>
            <a:r>
              <a:t>Hosting: Netlify &amp; PythonAnywhere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Website → Backend API → Government Data → Display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decision making for farmers</a:t>
            </a:r>
          </a:p>
          <a:p>
            <a:r>
              <a:t>Increased profit</a:t>
            </a:r>
          </a:p>
          <a:p>
            <a:r>
              <a:t>Transparency in agriculture market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</a:t>
            </a:r>
          </a:p>
          <a:p>
            <a:r>
              <a:t>SMS alerts</a:t>
            </a:r>
          </a:p>
          <a:p>
            <a:r>
              <a:t>AI price prediction</a:t>
            </a:r>
          </a:p>
          <a:p>
            <a:r>
              <a:t>Multi-language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Empowering farmers with real-time data</a:t>
            </a:r>
          </a:p>
          <a:p>
            <a:r>
              <a:t>Digital transformation in agriculture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